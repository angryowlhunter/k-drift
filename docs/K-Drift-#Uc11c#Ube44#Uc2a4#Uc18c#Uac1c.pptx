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77240" y="219456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K-Drift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&amp; 기능 상세 소개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FB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다국어 생활·법령 콘텐츠를 — 수집부터 발행까지, 관리자 한 화면에서 효율화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9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SERVICE OVERVIEW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개의 얼굴을 가진 플랫폼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512064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011680"/>
            <a:ext cx="5120640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33172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B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독자 — 다국어 생활정보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3200400"/>
            <a:ext cx="44805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모국어 뉴스레터로 핵심 정보 수신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카테고리·검색으로 탐색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글을 vi · en · ko 전환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0" y="2011680"/>
            <a:ext cx="512064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2011680"/>
            <a:ext cx="512064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3172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B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— AI 콘텐츠 엔진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720840" y="3200400"/>
            <a:ext cx="44805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정부·법령 채널 자동 수집 + AI 큐레이션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사람은 검증·승인만 → 자동 번역·발행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 인력으로 다국어 대량·정확 생산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PRODUCT · 독자 화면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다국어 랜딩 &amp; 구독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73152" cy="4114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11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화면입니다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3840480" cy="1700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상단에서 vi · en · ko 즉시 전환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 한 번으로 모국어 구독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구독 시 환영 메일 자동 발송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73168" y="1852803"/>
            <a:ext cx="7004304" cy="4432554"/>
          </a:xfrm>
          <a:prstGeom prst="roundRect">
            <a:avLst>
              <a:gd name="adj" fmla="val 12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pic>
        <p:nvPicPr>
          <p:cNvPr id="10" name="Image 0" descr="C:\Users\dongr\Kdrift\docs\screenshots\01-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925955"/>
            <a:ext cx="685800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PRODUCT · 독자 화면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 탐색 — 카테고리 &amp; 검색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73152" cy="4114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11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화면입니다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3840480" cy="1700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비자·의료·주거·노동·교육 5개 카테고리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검색으로 원하는 생활정보 탐색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카드형 목록으로 모바일 가독성↑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73168" y="1852803"/>
            <a:ext cx="7004304" cy="4432554"/>
          </a:xfrm>
          <a:prstGeom prst="roundRect">
            <a:avLst>
              <a:gd name="adj" fmla="val 12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pic>
        <p:nvPicPr>
          <p:cNvPr id="10" name="Image 0" descr="C:\Users\dongr\Kdrift\docs\screenshots\02-artic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925955"/>
            <a:ext cx="685800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PRODUCT · 독자 화면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 상세 &amp; 언어 전환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73152" cy="4114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11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화면입니다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3840480" cy="1700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목차(TOC)로 긴 글도 쉽게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 토글 — 같은 글을 vi/en/ko로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커버 이미지 + 출처 기반 신뢰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73168" y="1852803"/>
            <a:ext cx="7004304" cy="4432554"/>
          </a:xfrm>
          <a:prstGeom prst="roundRect">
            <a:avLst>
              <a:gd name="adj" fmla="val 12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pic>
        <p:nvPicPr>
          <p:cNvPr id="10" name="Image 0" descr="C:\Users\dongr\Kdrift\docs\screenshots\03-article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925955"/>
            <a:ext cx="685800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PRODUCT · 독자 화면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뉴스레터 아카이브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73152" cy="4114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11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화면입니다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3840480" cy="1700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호를 웹에서 모아보기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호별 수록 글 + 발송일 표시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유입 → 구독 전환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73168" y="1852803"/>
            <a:ext cx="7004304" cy="4432554"/>
          </a:xfrm>
          <a:prstGeom prst="roundRect">
            <a:avLst>
              <a:gd name="adj" fmla="val 12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pic>
        <p:nvPicPr>
          <p:cNvPr id="10" name="Image 0" descr="C:\Users\dongr\Kdrift\docs\screenshots\04-newsle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925955"/>
            <a:ext cx="685800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ADMIN · 발행 효율화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관리자에서 콘텐츠 발행이 이렇게 흐릅니다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8864" y="2743200"/>
            <a:ext cx="2103120" cy="2377440"/>
          </a:xfrm>
          <a:prstGeom prst="roundRect">
            <a:avLst>
              <a:gd name="adj" fmla="val 4348"/>
            </a:avLst>
          </a:prstGeom>
          <a:solidFill>
            <a:srgbClr val="2A3470"/>
          </a:solidFill>
          <a:ln w="12700">
            <a:solidFill>
              <a:srgbClr val="3A469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8864" y="29260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FB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8864" y="3611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6024" y="4114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DD7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정부·법령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DD7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공식 채널 클릭 수집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93696" y="2743200"/>
            <a:ext cx="20116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FB3E8"/>
                </a:solidFill>
              </a:rPr>
              <a:t>›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776576" y="2743200"/>
            <a:ext cx="2103120" cy="2377440"/>
          </a:xfrm>
          <a:prstGeom prst="roundRect">
            <a:avLst>
              <a:gd name="adj" fmla="val 4348"/>
            </a:avLst>
          </a:prstGeom>
          <a:solidFill>
            <a:srgbClr val="2A3470"/>
          </a:solidFill>
          <a:ln w="12700">
            <a:solidFill>
              <a:srgbClr val="3A469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76576" y="29260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FB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776576" y="3611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큐레이션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913736" y="4114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DD7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관련성 판정·요약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DD7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시행일·신뢰도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61408" y="2743200"/>
            <a:ext cx="20116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FB3E8"/>
                </a:solidFill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044288" y="2743200"/>
            <a:ext cx="2103120" cy="2377440"/>
          </a:xfrm>
          <a:prstGeom prst="roundRect">
            <a:avLst>
              <a:gd name="adj" fmla="val 4348"/>
            </a:avLst>
          </a:prstGeom>
          <a:solidFill>
            <a:srgbClr val="4F46E5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44288" y="29260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044288" y="3611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승인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181448" y="4114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DD7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큐에서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DD7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검증·승인 ★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29120" y="2743200"/>
            <a:ext cx="20116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FB3E8"/>
                </a:solidFill>
              </a:rPr>
              <a:t>›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312000" y="2743200"/>
            <a:ext cx="2103120" cy="2377440"/>
          </a:xfrm>
          <a:prstGeom prst="roundRect">
            <a:avLst>
              <a:gd name="adj" fmla="val 4348"/>
            </a:avLst>
          </a:prstGeom>
          <a:solidFill>
            <a:srgbClr val="2A3470"/>
          </a:solidFill>
          <a:ln w="12700">
            <a:solidFill>
              <a:srgbClr val="3A469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2000" y="29260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FB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312000" y="3611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번역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449160" y="4114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DD7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 → vi·en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DD7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 보존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96832" y="2743200"/>
            <a:ext cx="20116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FB3E8"/>
                </a:solidFill>
              </a:rPr>
              <a:t>›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579712" y="2743200"/>
            <a:ext cx="2103120" cy="2377440"/>
          </a:xfrm>
          <a:prstGeom prst="roundRect">
            <a:avLst>
              <a:gd name="adj" fmla="val 4348"/>
            </a:avLst>
          </a:prstGeom>
          <a:solidFill>
            <a:srgbClr val="2A3470"/>
          </a:solidFill>
          <a:ln w="12700">
            <a:solidFill>
              <a:srgbClr val="3A469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579712" y="29260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FB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9579712" y="3611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발행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716872" y="4114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DD7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글·뉴스레터로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DD7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발송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FB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①②④를 처리하고, 사람은 ③에서 검증·승인만 — 정확성이 중요한 법령·생활정보에 맞춘 설계.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FEATURE · AI 큐레이션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큐레이션 — 정부 채널을 자동 수집·요약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73152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11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3931920" cy="2267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법무부·고용노동부·정부 보도자료 등 공식 피드를 클릭 한 번에 수집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외국인 관련성 판정 — 인사발령·내부행사 등 무관 정보는 자동 제외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항목만 구조화 요약: 제목·요약·‘외국인에게 의미’·시행일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항목마다 신뢰도 점수 → 검증 가능성 확보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64608" y="1881378"/>
            <a:ext cx="6912864" cy="4375404"/>
          </a:xfrm>
          <a:prstGeom prst="roundRect">
            <a:avLst>
              <a:gd name="adj" fmla="val 12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pic>
        <p:nvPicPr>
          <p:cNvPr id="10" name="Image 0" descr="C:\Users\dongr\Kdrift\docs\screenshots\06-digest-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954530"/>
            <a:ext cx="6766560" cy="4229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38404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FEATURE · 사람 승인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승인 — 신뢰의 마지막 게이트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73152" cy="4114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11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3931920" cy="2267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큐에서 AI 초안을 한눈에 (신뢰도·카테고리·출처)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‘외국인에게 의미’까지 정리된 초안을 사람이 검토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승인 / 수정 / 반려 — 법령·생활정보라 사람 승인을 필수로 설계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승인 시 → 한국어 글 초안이 자동 생성되어 편집기로 연결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64608" y="1881378"/>
            <a:ext cx="6912864" cy="4375404"/>
          </a:xfrm>
          <a:prstGeom prst="roundRect">
            <a:avLst>
              <a:gd name="adj" fmla="val 12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pic>
        <p:nvPicPr>
          <p:cNvPr id="10" name="Image 0" descr="C:\Users\dongr\Kdrift\docs\screenshots\06b-digest-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954530"/>
            <a:ext cx="6766560" cy="4229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FEATURE · 번역 자동화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번역 자동화 — 한국어 원문에서 버튼 한 번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73152" cy="4114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11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3931920" cy="2267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한국어로 작성 → ‘한국어 → 자동번역’ 클릭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영어·베트남어가 자동 생성 (최신 AI 모델)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Markdown 구조·고유명사(한국어 병기)·톤 보존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슬러그도 번역된 영어 제목에서 자동 생성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64608" y="1881378"/>
            <a:ext cx="6912864" cy="4375404"/>
          </a:xfrm>
          <a:prstGeom prst="roundRect">
            <a:avLst>
              <a:gd name="adj" fmla="val 12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pic>
        <p:nvPicPr>
          <p:cNvPr id="10" name="Image 0" descr="C:\Users\dongr\Kdrift\docs\screenshots\07-editor-transl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954530"/>
            <a:ext cx="6766560" cy="4229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FEATURE · 번역 결과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번역 결과 — 그대로 발행 가능한 품질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73152" cy="4114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11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3931920" cy="2267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외국인등록증 → Alien Registration Card / Thẻ đăng ký người nước ngoài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제목·요약·본문을 언어별 탭에서 즉시 확인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자동번역을 그대로 쓰지 않고 검토·수정 후 발행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베트남어 우선 — 1차 타깃에 최적화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64608" y="1881378"/>
            <a:ext cx="6912864" cy="4375404"/>
          </a:xfrm>
          <a:prstGeom prst="roundRect">
            <a:avLst>
              <a:gd name="adj" fmla="val 12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pic>
        <p:nvPicPr>
          <p:cNvPr id="10" name="Image 0" descr="C:\Users\dongr\Kdrift\docs\screenshots\08-editor-v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954530"/>
            <a:ext cx="6766560" cy="4229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FEATURE · 콘텐츠 편집기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콘텐츠 편집기 — 다국어를 한 화면에서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73152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11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3931920" cy="2267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 · en · ko 탭으로 언어별 작성·검토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Markdown 실시간 미리보기 — 결과를 보며 작성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이미지·커버 업로드 (본문 삽입 포함)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슬러그 자동 생성 · 저장 후 이어쓰기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64608" y="1881378"/>
            <a:ext cx="6912864" cy="4375404"/>
          </a:xfrm>
          <a:prstGeom prst="roundRect">
            <a:avLst>
              <a:gd name="adj" fmla="val 12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pic>
        <p:nvPicPr>
          <p:cNvPr id="10" name="Image 0" descr="C:\Users\dongr\Kdrift\docs\screenshots\09-editor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954530"/>
            <a:ext cx="6766560" cy="4229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ADMIN · 대시보드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대시보드 — 운영 현황 한눈에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73152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11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3931920" cy="1700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글·발행·구독자 현황을 한 화면에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 목록에서 바로 편집 진입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수집·큐레이션 → 발행 전체를 소수 인력으로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64608" y="1881378"/>
            <a:ext cx="6912864" cy="4375404"/>
          </a:xfrm>
          <a:prstGeom prst="roundRect">
            <a:avLst>
              <a:gd name="adj" fmla="val 12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pic>
        <p:nvPicPr>
          <p:cNvPr id="10" name="Image 0" descr="C:\Users\dongr\Kdrift\docs\screenshots\05-admin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954530"/>
            <a:ext cx="6766560" cy="42291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EFFICIENCY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발행 1건이 ‘클릭 + 검증’으로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24028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B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예전 방식 (수작업)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0120" y="2926080"/>
            <a:ext cx="44805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부처 사이트에서 정보 검색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행정 용어 해석·정리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언어별 수동 번역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 작성·구조화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1건마다 많은 인력·시간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196596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1965960"/>
            <a:ext cx="5120640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6720840" y="224028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K-Drift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720840" y="2926080"/>
            <a:ext cx="44805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정부 채널 클릭 수집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요약·큐레이션 (무관 자동 제외)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큐에서 승인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한국어→vi/en 자동 번역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클릭 몇 번 + 검증으로 발행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868680"/>
            <a:ext cx="640080" cy="64008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868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2860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 · AI 큐레이션 · 사람 승인 · 자동 번역 · 발행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3291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다국어 생활·법령 콘텐츠 발행의 전 과정을 한 시스템에서.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3931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차려놓고, 사람이 신뢰를 더한다.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6217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9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K-Drift  ·  2026.06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K-Drift 서비스 &amp; 기능 소개</dc:title>
  <dc:subject>PptxGenJS Presentation</dc:subject>
  <dc:creator>K-Drift</dc:creator>
  <cp:lastModifiedBy>K-Drift</cp:lastModifiedBy>
  <cp:revision>1</cp:revision>
  <dcterms:created xsi:type="dcterms:W3CDTF">2026-06-08T17:18:06Z</dcterms:created>
  <dcterms:modified xsi:type="dcterms:W3CDTF">2026-06-08T17:18:06Z</dcterms:modified>
</cp:coreProperties>
</file>